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D3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F4EFE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8FA395"/>
                </a:solidFill>
              </a:defRPr>
            </a:lvl1pPr>
            <a:lvl2pPr marL="457200" indent="0" algn="ctr">
              <a:buNone/>
              <a:defRPr>
                <a:solidFill>
                  <a:srgbClr val="8FA395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D3D4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D3D43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