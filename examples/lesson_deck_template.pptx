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/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2" roundtripDataSignature="AMtx7mhwWjod0ZU5jl8YxZFp3UyeNJvB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 Slide">
    <p:bg>
      <p:bgPr>
        <a:solidFill>
          <a:srgbClr val="2D3D43"/>
        </a:solidFill>
        <a:effectLst/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F4EFE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4EFE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F4EFE6"/>
                </a:solidFill>
              </a:defRPr>
            </a:pPr>
          </a:p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FA395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FA395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pPr>
              <a:defRPr>
                <a:solidFill>
                  <a:srgbClr val="8FA395"/>
                </a:solidFill>
              </a:defRPr>
            </a:pPr>
          </a:p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8FA395"/>
                </a:solidFill>
              </a:defRPr>
            </a:pPr>
          </a:p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8FA395"/>
                </a:solidFill>
              </a:defRPr>
            </a:pPr>
          </a:p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8FA395"/>
                </a:solidFill>
              </a:defRPr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Title and Content">
    <p:bg>
      <p:bgPr>
        <a:solidFill>
          <a:srgbClr val="F4EFE6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rgbClr val="2D3D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3D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2D3D43"/>
                </a:solidFill>
              </a:defRPr>
            </a:pPr>
          </a:p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rgbClr val="2D3D43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>
                <a:solidFill>
                  <a:srgbClr val="2D3D43"/>
                </a:solidFill>
              </a:defRPr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>
                <a:solidFill>
                  <a:srgbClr val="2D3D43"/>
                </a:solidFill>
              </a:defRPr>
            </a:pPr>
          </a:p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2D3D43"/>
                </a:solidFill>
              </a:defRPr>
            </a:pPr>
          </a:p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>
                <a:solidFill>
                  <a:srgbClr val="2D3D43"/>
                </a:solidFill>
              </a:defRPr>
            </a:pPr>
          </a:p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2D3D43"/>
                </a:solidFill>
              </a:defRPr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